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57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814" y="248171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sl-SI" b="1" dirty="0"/>
              <a:t>M4 Sherman – VR izkušnja v Velenju</a:t>
            </a:r>
            <a:br>
              <a:rPr lang="sl-SI" dirty="0"/>
            </a:br>
            <a:endParaRPr dirty="0"/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F50B9D1A-F139-DEF5-F1AF-51FA5105F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533" y="3094612"/>
            <a:ext cx="4126934" cy="27719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225414" y="5572028"/>
            <a:ext cx="123085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sl-SI" sz="1600" dirty="0"/>
              <a:t>Miha Špegel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1. Problem oziroma primer uporabe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dirty="0"/>
              <a:t>M4 Sherman v </a:t>
            </a:r>
            <a:r>
              <a:rPr dirty="0" err="1"/>
              <a:t>Velenju</a:t>
            </a:r>
            <a:r>
              <a:rPr dirty="0"/>
              <a:t> je </a:t>
            </a:r>
            <a:r>
              <a:rPr dirty="0" err="1"/>
              <a:t>zgodovinski</a:t>
            </a:r>
            <a:r>
              <a:rPr dirty="0"/>
              <a:t> </a:t>
            </a:r>
            <a:r>
              <a:rPr dirty="0" err="1"/>
              <a:t>spomenik</a:t>
            </a:r>
            <a:r>
              <a:rPr dirty="0"/>
              <a:t>, ki </a:t>
            </a:r>
            <a:r>
              <a:rPr dirty="0" err="1"/>
              <a:t>si</a:t>
            </a:r>
            <a:r>
              <a:rPr dirty="0"/>
              <a:t> ga </a:t>
            </a:r>
            <a:r>
              <a:rPr dirty="0" err="1"/>
              <a:t>obiskovalec</a:t>
            </a:r>
            <a:r>
              <a:rPr dirty="0"/>
              <a:t> </a:t>
            </a:r>
            <a:r>
              <a:rPr dirty="0" err="1"/>
              <a:t>običajno</a:t>
            </a:r>
            <a:r>
              <a:rPr dirty="0"/>
              <a:t> </a:t>
            </a:r>
            <a:r>
              <a:rPr dirty="0" err="1"/>
              <a:t>ogleda</a:t>
            </a:r>
            <a:r>
              <a:rPr dirty="0"/>
              <a:t> </a:t>
            </a:r>
            <a:r>
              <a:rPr dirty="0" err="1"/>
              <a:t>predvsem</a:t>
            </a:r>
            <a:r>
              <a:rPr dirty="0"/>
              <a:t> od </a:t>
            </a:r>
            <a:r>
              <a:rPr dirty="0" err="1"/>
              <a:t>zunaj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Namen </a:t>
            </a:r>
            <a:r>
              <a:rPr dirty="0" err="1"/>
              <a:t>projekta</a:t>
            </a:r>
            <a:r>
              <a:rPr dirty="0"/>
              <a:t> je </a:t>
            </a:r>
            <a:r>
              <a:rPr dirty="0" err="1"/>
              <a:t>omogočiti</a:t>
            </a:r>
            <a:r>
              <a:rPr dirty="0"/>
              <a:t> </a:t>
            </a:r>
            <a:r>
              <a:rPr dirty="0" err="1"/>
              <a:t>bolj</a:t>
            </a:r>
            <a:r>
              <a:rPr dirty="0"/>
              <a:t> </a:t>
            </a:r>
            <a:r>
              <a:rPr dirty="0" err="1"/>
              <a:t>interaktiven</a:t>
            </a:r>
            <a:r>
              <a:rPr dirty="0"/>
              <a:t> </a:t>
            </a:r>
            <a:r>
              <a:rPr dirty="0" err="1"/>
              <a:t>način</a:t>
            </a:r>
            <a:r>
              <a:rPr dirty="0"/>
              <a:t> </a:t>
            </a:r>
            <a:r>
              <a:rPr dirty="0" err="1"/>
              <a:t>spoznavanja</a:t>
            </a:r>
            <a:r>
              <a:rPr dirty="0"/>
              <a:t> tanka in </a:t>
            </a:r>
            <a:r>
              <a:rPr dirty="0" err="1"/>
              <a:t>njegove</a:t>
            </a:r>
            <a:r>
              <a:rPr dirty="0"/>
              <a:t> </a:t>
            </a:r>
            <a:r>
              <a:rPr dirty="0" err="1"/>
              <a:t>okolice</a:t>
            </a:r>
            <a:r>
              <a:rPr dirty="0"/>
              <a:t>.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Primer </a:t>
            </a:r>
            <a:r>
              <a:rPr dirty="0" err="1"/>
              <a:t>uporabe</a:t>
            </a:r>
            <a:r>
              <a:rPr dirty="0"/>
              <a:t>: </a:t>
            </a:r>
            <a:r>
              <a:rPr dirty="0" err="1"/>
              <a:t>uporabnik</a:t>
            </a:r>
            <a:r>
              <a:rPr dirty="0"/>
              <a:t> v VR </a:t>
            </a:r>
            <a:r>
              <a:rPr dirty="0" err="1"/>
              <a:t>okolju</a:t>
            </a:r>
            <a:r>
              <a:rPr dirty="0"/>
              <a:t> </a:t>
            </a:r>
            <a:r>
              <a:rPr dirty="0" err="1"/>
              <a:t>raziskuje</a:t>
            </a:r>
            <a:r>
              <a:rPr dirty="0"/>
              <a:t> </a:t>
            </a:r>
            <a:r>
              <a:rPr dirty="0" err="1"/>
              <a:t>spomenik</a:t>
            </a:r>
            <a:r>
              <a:rPr dirty="0"/>
              <a:t>, </a:t>
            </a:r>
            <a:r>
              <a:rPr dirty="0" err="1"/>
              <a:t>vstopi</a:t>
            </a:r>
            <a:r>
              <a:rPr dirty="0"/>
              <a:t> v tank in ga </a:t>
            </a:r>
            <a:r>
              <a:rPr dirty="0" err="1"/>
              <a:t>upravlja</a:t>
            </a:r>
            <a:r>
              <a:rPr dirty="0"/>
              <a:t>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78B39252-0A7B-7B30-2ED2-97CA9A9A2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480" y="3429000"/>
            <a:ext cx="3810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2. VR rešitev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Izdelana je VR aplikacija, ki uporabnika postavi v virtualno okolje spomenika M4 Sherman v Velenju.</a:t>
            </a:r>
          </a:p>
          <a:p>
            <a:pPr>
              <a:spcAft>
                <a:spcPts val="1300"/>
              </a:spcAft>
              <a:defRPr sz="2100"/>
            </a:pPr>
            <a:r>
              <a:t>Uporabnik se lahko prosto premika po okolju.</a:t>
            </a:r>
          </a:p>
          <a:p>
            <a:pPr>
              <a:spcAft>
                <a:spcPts val="1300"/>
              </a:spcAft>
              <a:defRPr sz="2100"/>
            </a:pPr>
            <a:r>
              <a:t>Omogočen je vstop v tank, njegova vožnja in uporaba strelskega pogleda.</a:t>
            </a:r>
          </a:p>
          <a:p>
            <a:pPr>
              <a:spcAft>
                <a:spcPts val="1300"/>
              </a:spcAft>
              <a:defRPr sz="2100"/>
            </a:pPr>
            <a:r>
              <a:t>Aplikacija podpira uporabo VR očal prek tehnologije WebXR.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9F0EDD34-6511-0EA5-DCC3-1BC668CC02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000" y="3570699"/>
            <a:ext cx="4171520" cy="28758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Ključne funkcionalnosti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1325880"/>
            <a:ext cx="10515600" cy="286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Raziskovanje</a:t>
            </a:r>
            <a:r>
              <a:rPr dirty="0"/>
              <a:t> </a:t>
            </a:r>
            <a:r>
              <a:rPr dirty="0" err="1"/>
              <a:t>virtualnega</a:t>
            </a:r>
            <a:r>
              <a:rPr dirty="0"/>
              <a:t> </a:t>
            </a:r>
            <a:r>
              <a:rPr dirty="0" err="1"/>
              <a:t>okolja</a:t>
            </a:r>
            <a:endParaRPr dirty="0"/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Vstop</a:t>
            </a:r>
            <a:r>
              <a:rPr dirty="0"/>
              <a:t> v M4 Sherman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Vožnja</a:t>
            </a:r>
            <a:r>
              <a:rPr dirty="0"/>
              <a:t> in </a:t>
            </a:r>
            <a:r>
              <a:rPr dirty="0" err="1"/>
              <a:t>upravljanje</a:t>
            </a:r>
            <a:r>
              <a:rPr dirty="0"/>
              <a:t> tanka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Usmerjanje</a:t>
            </a:r>
            <a:r>
              <a:rPr dirty="0"/>
              <a:t> </a:t>
            </a:r>
            <a:r>
              <a:rPr dirty="0" err="1"/>
              <a:t>topa</a:t>
            </a:r>
            <a:endParaRPr dirty="0"/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Pogled</a:t>
            </a:r>
            <a:r>
              <a:rPr dirty="0"/>
              <a:t> </a:t>
            </a:r>
            <a:r>
              <a:rPr dirty="0" err="1"/>
              <a:t>skozi</a:t>
            </a:r>
            <a:r>
              <a:rPr dirty="0"/>
              <a:t> </a:t>
            </a:r>
            <a:r>
              <a:rPr dirty="0" err="1"/>
              <a:t>strelski</a:t>
            </a:r>
            <a:r>
              <a:rPr dirty="0"/>
              <a:t> </a:t>
            </a:r>
            <a:r>
              <a:rPr dirty="0" err="1"/>
              <a:t>teleskop</a:t>
            </a:r>
            <a:r>
              <a:rPr dirty="0"/>
              <a:t> M61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Različni</a:t>
            </a:r>
            <a:r>
              <a:rPr dirty="0"/>
              <a:t> </a:t>
            </a:r>
            <a:r>
              <a:rPr dirty="0" err="1"/>
              <a:t>svetlobni</a:t>
            </a:r>
            <a:r>
              <a:rPr dirty="0"/>
              <a:t> </a:t>
            </a:r>
            <a:r>
              <a:rPr dirty="0" err="1"/>
              <a:t>pogoji</a:t>
            </a:r>
            <a:r>
              <a:rPr dirty="0"/>
              <a:t>: dan, </a:t>
            </a:r>
            <a:r>
              <a:rPr lang="sl-SI" dirty="0"/>
              <a:t>večer</a:t>
            </a:r>
            <a:r>
              <a:rPr dirty="0"/>
              <a:t>, </a:t>
            </a:r>
            <a:r>
              <a:rPr dirty="0" err="1"/>
              <a:t>oblačno</a:t>
            </a:r>
            <a:r>
              <a:rPr dirty="0"/>
              <a:t> in </a:t>
            </a:r>
            <a:r>
              <a:rPr dirty="0" err="1"/>
              <a:t>noč</a:t>
            </a:r>
            <a:endParaRPr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436E57A-28EF-FDDF-BD51-1657E4D1F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470" y="4220752"/>
            <a:ext cx="4334019" cy="20428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3. Interakcije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VR kontrolerji – premikanje in obračanje pogleda</a:t>
            </a:r>
          </a:p>
          <a:p>
            <a:pPr>
              <a:spcAft>
                <a:spcPts val="1300"/>
              </a:spcAft>
              <a:defRPr sz="2100"/>
            </a:pPr>
            <a:r>
              <a:t>• Interakcija s tankom ob približanju</a:t>
            </a:r>
          </a:p>
          <a:p>
            <a:pPr>
              <a:spcAft>
                <a:spcPts val="1300"/>
              </a:spcAft>
              <a:defRPr sz="2100"/>
            </a:pPr>
            <a:r>
              <a:t>• Upravljanje tanka</a:t>
            </a:r>
          </a:p>
          <a:p>
            <a:pPr>
              <a:spcAft>
                <a:spcPts val="1300"/>
              </a:spcAft>
              <a:defRPr sz="2100"/>
            </a:pPr>
            <a:r>
              <a:t>• Usmerjanje strelskega pogleda</a:t>
            </a:r>
          </a:p>
          <a:p>
            <a:pPr>
              <a:spcAft>
                <a:spcPts val="1300"/>
              </a:spcAft>
              <a:defRPr sz="2100"/>
            </a:pPr>
            <a:r>
              <a:t>• V namiznem načinu je mogoče aplikacijo upravljati s tipkovnico in miško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77078F0F-C71A-9E56-F965-23132D6AC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93" y="3791355"/>
            <a:ext cx="5653414" cy="26551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4. Uporabljene tehnologije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• WebXR – povezava z VR okoljem in VR očali</a:t>
            </a:r>
          </a:p>
          <a:p>
            <a:pPr>
              <a:spcAft>
                <a:spcPts val="1300"/>
              </a:spcAft>
              <a:defRPr sz="2100"/>
            </a:pPr>
            <a:r>
              <a:t>• Three.js – 3D grafika in prikaz virtualnega okolja</a:t>
            </a:r>
          </a:p>
          <a:p>
            <a:pPr>
              <a:spcAft>
                <a:spcPts val="1300"/>
              </a:spcAft>
              <a:defRPr sz="2100"/>
            </a:pPr>
            <a:r>
              <a:t>• JavaScript – logika in interakcije aplikacije</a:t>
            </a:r>
          </a:p>
          <a:p>
            <a:pPr>
              <a:spcAft>
                <a:spcPts val="1300"/>
              </a:spcAft>
              <a:defRPr sz="2100"/>
            </a:pPr>
            <a:r>
              <a:t>• HTML in CSS – spletni vmesnik</a:t>
            </a:r>
          </a:p>
          <a:p>
            <a:pPr>
              <a:spcAft>
                <a:spcPts val="1300"/>
              </a:spcAft>
              <a:defRPr sz="2100"/>
            </a:pPr>
            <a:r>
              <a:t>• Ciljna platforma: VR očala, predvsem Meta Quest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2D9D3500-A4F7-8E09-28CF-FB346DB18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909" y="3429000"/>
            <a:ext cx="4408182" cy="33194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5. </a:t>
            </a:r>
            <a:r>
              <a:rPr dirty="0" err="1"/>
              <a:t>Demonstracija</a:t>
            </a:r>
            <a:r>
              <a:rPr dirty="0"/>
              <a:t> </a:t>
            </a:r>
            <a:r>
              <a:rPr dirty="0" err="1"/>
              <a:t>aplikacije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2864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rPr lang="sl-SI" dirty="0"/>
              <a:t>Delovanje </a:t>
            </a:r>
            <a:r>
              <a:rPr dirty="0" err="1"/>
              <a:t>aplikacije</a:t>
            </a:r>
            <a:r>
              <a:rPr dirty="0"/>
              <a:t>: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raziskovanje</a:t>
            </a:r>
            <a:r>
              <a:rPr dirty="0"/>
              <a:t> </a:t>
            </a:r>
            <a:r>
              <a:rPr dirty="0" err="1"/>
              <a:t>območja</a:t>
            </a:r>
            <a:r>
              <a:rPr dirty="0"/>
              <a:t> </a:t>
            </a:r>
            <a:r>
              <a:rPr dirty="0" err="1"/>
              <a:t>spomenika</a:t>
            </a:r>
            <a:endParaRPr dirty="0"/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približanje</a:t>
            </a:r>
            <a:r>
              <a:rPr dirty="0"/>
              <a:t> in </a:t>
            </a:r>
            <a:r>
              <a:rPr dirty="0" err="1"/>
              <a:t>vstop</a:t>
            </a:r>
            <a:r>
              <a:rPr dirty="0"/>
              <a:t> v tank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vožnjo</a:t>
            </a:r>
            <a:r>
              <a:rPr dirty="0"/>
              <a:t> tanka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uporabo</a:t>
            </a:r>
            <a:r>
              <a:rPr dirty="0"/>
              <a:t> </a:t>
            </a:r>
            <a:r>
              <a:rPr dirty="0" err="1"/>
              <a:t>strelskega</a:t>
            </a:r>
            <a:r>
              <a:rPr dirty="0"/>
              <a:t> </a:t>
            </a:r>
            <a:r>
              <a:rPr dirty="0" err="1"/>
              <a:t>pogleda</a:t>
            </a:r>
            <a:r>
              <a:rPr dirty="0"/>
              <a:t> M61</a:t>
            </a:r>
          </a:p>
          <a:p>
            <a:pPr>
              <a:spcAft>
                <a:spcPts val="1300"/>
              </a:spcAft>
              <a:defRPr sz="2100"/>
            </a:pPr>
            <a:r>
              <a:rPr dirty="0"/>
              <a:t>• </a:t>
            </a:r>
            <a:r>
              <a:rPr dirty="0" err="1"/>
              <a:t>spreminjanje</a:t>
            </a:r>
            <a:r>
              <a:rPr dirty="0"/>
              <a:t> </a:t>
            </a:r>
            <a:r>
              <a:rPr dirty="0" err="1"/>
              <a:t>svetlobnih</a:t>
            </a:r>
            <a:r>
              <a:rPr dirty="0"/>
              <a:t> </a:t>
            </a:r>
            <a:r>
              <a:rPr dirty="0" err="1"/>
              <a:t>pogojev</a:t>
            </a:r>
            <a:endParaRPr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E746872A-45C4-C5A6-914F-F486D1420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726" y="4110177"/>
            <a:ext cx="5097508" cy="2382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6. Dodana vrednost rešitve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/>
            </a:pPr>
            <a:r>
              <a:t>Interaktivnejši način spoznavanja lokalne zgodovinske znamenitosti.</a:t>
            </a:r>
          </a:p>
          <a:p>
            <a:pPr>
              <a:spcAft>
                <a:spcPts val="1300"/>
              </a:spcAft>
              <a:defRPr sz="2100"/>
            </a:pPr>
            <a:r>
              <a:t>Uporabniku omogoča izkušnjo, ki je pri klasičnem ogledu spomenika ni mogoče v celoti doživeti.</a:t>
            </a:r>
          </a:p>
          <a:p>
            <a:pPr>
              <a:spcAft>
                <a:spcPts val="1300"/>
              </a:spcAft>
              <a:defRPr sz="2100"/>
            </a:pPr>
            <a:r>
              <a:t>Združuje zgodovinsko vsebino, 3D vizualizacijo in virtualno resničnost.</a:t>
            </a:r>
          </a:p>
          <a:p>
            <a:pPr>
              <a:spcAft>
                <a:spcPts val="1300"/>
              </a:spcAft>
              <a:defRPr sz="2100"/>
            </a:pPr>
            <a:r>
              <a:t>Možna je tudi uporaba pri izobraževanju in predstavitvi zgodovinske tehnike.</a:t>
            </a:r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8348C8CB-884E-7532-28F1-51E083E1C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5045" y="3794760"/>
            <a:ext cx="4431429" cy="249267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650605"/>
            <a:ext cx="8229600" cy="1143000"/>
          </a:xfrm>
        </p:spPr>
        <p:txBody>
          <a:bodyPr/>
          <a:lstStyle/>
          <a:p>
            <a:r>
              <a:rPr lang="sl-SI" b="1" dirty="0"/>
              <a:t>Hvala za vašo pozornost</a:t>
            </a:r>
            <a:endParaRPr b="1" dirty="0"/>
          </a:p>
        </p:txBody>
      </p:sp>
      <p:pic>
        <p:nvPicPr>
          <p:cNvPr id="6" name="Slika 5">
            <a:extLst>
              <a:ext uri="{FF2B5EF4-FFF2-40B4-BE49-F238E27FC236}">
                <a16:creationId xmlns:a16="http://schemas.microsoft.com/office/drawing/2014/main" id="{36685F30-9DE2-906E-871E-B5319F434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863" y="3521164"/>
            <a:ext cx="3518273" cy="2638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321</Words>
  <Application>Microsoft Office PowerPoint</Application>
  <PresentationFormat>Širokozaslonsko</PresentationFormat>
  <Paragraphs>43</Paragraphs>
  <Slides>9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2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M4 Sherman – VR izkušnja v Velenju 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PowerPointova predstavitev</vt:lpstr>
      <vt:lpstr>Hvala za vašo pozornost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Miha</dc:creator>
  <cp:keywords/>
  <dc:description>generated using python-pptx</dc:description>
  <cp:lastModifiedBy>miha spegel</cp:lastModifiedBy>
  <cp:revision>5</cp:revision>
  <dcterms:created xsi:type="dcterms:W3CDTF">2013-01-27T09:14:16Z</dcterms:created>
  <dcterms:modified xsi:type="dcterms:W3CDTF">2026-09-02T10:13:23Z</dcterms:modified>
  <cp:category/>
</cp:coreProperties>
</file>